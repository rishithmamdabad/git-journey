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Interview — Raw Input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1887200" cy="8229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exit_interview_MANAGER_TENURE_CAPPED_20.xlsx  |  5 Sample Employees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1170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Input: All 21 Columns — 5 Selected Employees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98448"/>
          <a:ext cx="11704320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548640"/>
                <a:gridCol w="411480"/>
                <a:gridCol w="685800"/>
                <a:gridCol w="384048"/>
                <a:gridCol w="438912"/>
                <a:gridCol w="804672"/>
                <a:gridCol w="512064"/>
                <a:gridCol w="338328"/>
                <a:gridCol w="475488"/>
                <a:gridCol w="384048"/>
                <a:gridCol w="621792"/>
                <a:gridCol w="457200"/>
                <a:gridCol w="384048"/>
                <a:gridCol w="438912"/>
                <a:gridCol w="438912"/>
                <a:gridCol w="1024128"/>
                <a:gridCol w="1024128"/>
                <a:gridCol w="1024128"/>
                <a:gridCol w="347472"/>
                <a:gridCol w="42062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 ID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(Yrs)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Reason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Workplace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Mgr &amp;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Leader.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Benefits &amp;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&amp;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Suggestions for Improvement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Challenges Faced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Feedback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Rejoin?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 Rtg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Sunil Yadav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 &amp; Ops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growth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promotion opportunities, difficult to grow.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and communication need significant improvement.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Enjoyed working with my team; camaraderie was motivating.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Gupta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&amp; Marketing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&amp; Work Env.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flexible work options to improve work-life balance.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limited career growth opportunities; promotions felt biased.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distribution was unfair, some members overburdened.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Gupta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&amp; Marketing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Analyst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support for employees with family or health needs.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policies were rigid and lacked empathy for employee needs.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satisfactory, though pace of change was slow.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Singh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Distribution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Dissatisfaction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Faced challenges with my manager, which led to dissatisfaction.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and communication need significant improvement.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environment was very supportive; collaboration was easy.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E0009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Kapoor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 &amp; Leadership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Encourage managers to provide regular feedback and recognition.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policies were rigid and lacked empathy for employee needs.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Enjoyed working with my team; camaraderie was motivating.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6492240"/>
            <a:ext cx="1170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Text in long columns has been truncated for display purposes. Full responses available in the source file.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Interview — Sentiment Analysis Output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1887200" cy="8229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processed_exit_interview_MANAGER_TENURE_CAPPED_20.xlsx  |  5 Sample Employees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1170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Output: Sentiment Analysis Columns Added — Demographic &amp; HR Columns Excluded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61120" y="1033272"/>
            <a:ext cx="109728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89136" y="9966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9921240" y="1033272"/>
            <a:ext cx="109728" cy="10972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49256" y="9966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0881360" y="1033272"/>
            <a:ext cx="109728" cy="109728"/>
          </a:xfrm>
          <a:prstGeom prst="rect">
            <a:avLst/>
          </a:prstGeom>
          <a:solidFill>
            <a:srgbClr val="5A6272"/>
          </a:solidFill>
          <a:ln w="12700">
            <a:solidFill>
              <a:srgbClr val="5A62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09376" y="9966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6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98448"/>
          <a:ext cx="11704320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475488"/>
                <a:gridCol w="292608"/>
                <a:gridCol w="411480"/>
                <a:gridCol w="347472"/>
                <a:gridCol w="292608"/>
                <a:gridCol w="320040"/>
                <a:gridCol w="896112"/>
                <a:gridCol w="822960"/>
                <a:gridCol w="822960"/>
                <a:gridCol w="301752"/>
                <a:gridCol w="420624"/>
                <a:gridCol w="420624"/>
                <a:gridCol w="347472"/>
                <a:gridCol w="347472"/>
                <a:gridCol w="347472"/>
                <a:gridCol w="502920"/>
                <a:gridCol w="420624"/>
                <a:gridCol w="310896"/>
                <a:gridCol w="502920"/>
                <a:gridCol w="420624"/>
                <a:gridCol w="310896"/>
                <a:gridCol w="502920"/>
                <a:gridCol w="420624"/>
                <a:gridCol w="310896"/>
                <a:gridCol w="420624"/>
                <a:gridCol w="420624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Workplace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Mgr &amp;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 &amp;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&amp;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Suggestions for Improvement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Challenges Faced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Feedback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 Rtg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W.Culture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Benfts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Proc.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A8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E0001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4.32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promotion opportunities, difficult to grow.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and communication need significant improvement.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Enjoyed working with my team; camaraderie was motivating.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Growth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79.93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Experience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98.01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E0002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flexible work options to improve work-life balance.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limited career growth; promotions felt biased.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distribution was unfair, some members overburdened.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Work-Life Balance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Growth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Work-Life Balance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81.89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support for employees with family or health needs.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policies were rigid and lacked empathy for employee needs.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satisfactory, though pace of change was slow.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Support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Experience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Experience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Faced challenges with my manager, which led to dissatisfaction.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and communication need significant improvement.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environment was very supportive; collaboration was easy.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Perf. Management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80.28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F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E0009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2.13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Encourage managers to provide regular feedback and recognition.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policies were rigid and lacked empathy for employee needs.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Enjoyed working with my team; camaraderie was motivating.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Perf. Management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Experience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Experience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98.01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A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28600" y="6492240"/>
            <a:ext cx="1170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Columns excluded from display: Gender, Manager, Tenure, Region, Business Unit, Position/Designation, Employment Status, Exit Type, Exit Reason, Rejoining Consideration  |  Sentiment score = model confidence %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2026-05-20T01:41:16Z</dcterms:created>
  <dcterms:modified xsi:type="dcterms:W3CDTF">2026-05-20T01:41:16Z</dcterms:modified>
</cp:coreProperties>
</file>